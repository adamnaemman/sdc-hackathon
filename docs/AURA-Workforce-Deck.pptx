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D98E77"/>
                </a:solidFill>
                <a:latin typeface="Arial"/>
              </a:rPr>
              <a:t>SDC HACKATHON 2026  ·  DOMAIN 1  ·  THE AIVERSECITY FUTURE-READY WORKFORCE 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AURA-Workforce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F6F2EA"/>
                </a:solidFill>
                <a:latin typeface="Arial"/>
              </a:rPr>
              <a:t>A privacy-first career-transition planner: from “who I am today”</a:t>
            </a:r>
            <a:br/>
            <a:r>
              <a:rPr sz="2000" b="0">
                <a:solidFill>
                  <a:srgbClr val="F6F2EA"/>
                </a:solidFill>
                <a:latin typeface="Arial"/>
              </a:rPr>
              <a:t>to a sourced, sequenced plan for the AI 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D98E77"/>
                </a:solidFill>
                <a:latin typeface="Arial"/>
              </a:rPr>
              <a:t>overinfinity  ·  Ahmad Adam Hakimi bin Naeman  ·  IIUM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D98E77"/>
                </a:solidFill>
                <a:latin typeface="Arial"/>
              </a:rPr>
              <a:t>Live prototype: aura-workforce.replit.app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Workers are told to reskill, but not what to do on Monday.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56% of Malaysian professionals already use AI at work — only 26% have had formal training.  (Hays Asia Salary Guide 2025)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MOSTI projects 600,000+ workers needing reskilling within 3–5 years.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Career advice is generic, static and unsourced: no way to see which roles are rising,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which skills transfer, how long a pathway takes — or where any claim came from.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cost is paid twice: people buy courses that lead nowhere; employers retrain for roles that are closing.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5B6B67"/>
                </a:solidFill>
                <a:latin typeface="Arial"/>
              </a:rPr>
              <a:t>Domain 1 brief · problem statement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WHO IT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Four people, one moment of need.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displaced worker — a procurement assistant whose routine work is being automated.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switcher — a nurse or designer deciding where their existing skills can carry them.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HR / L&amp;D manager planning next year’s reskilling budget.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TVET or university career officer advising students from a printed list.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 moment: the week a person learns their role is changing. They do not want a prediction;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1F3A37"/>
                </a:solidFill>
                <a:latin typeface="Arial"/>
              </a:rPr>
              <a:t>they want to know what to do next and whether to trust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Profile in. Ranked roles, gaps and a pathway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1  Intake — role, industry, experience. The model expands them into concrete, selectable skills.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2  Live trend layer — 300 recent public job postings, counted against each role’s skills,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     stamped with source, fetch time and sample size.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3  Matching — deterministic, inspectable score: skills, transferable skills, sector, experience, demand.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4  Pathway — ordered steps, prerequisites respected, hours fitted to the learner’s week.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5  SDG mapping — every role and step tagged to a sub-target.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6  Uncertainty — moderate (4-year) and aggressive (18-month) scenarios, not one forecast.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THE AI, AND WHAT IT MAY NOT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Two model calls. A closed world. No invented 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The model sees this person’s profile AND our catalogue — five roles, twenty learning steps.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It chooses, explains and sequences. Every role and module ID it returns is validated server-side;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unknown IDs are discarded. It cannot add a course, a provider or a statistic.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Its fit score is displayed next to the deterministic estimate — disagreement is visible, not hidden.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Beyond the catalogue, an exploratory tier proposes real occupations with a checkable reference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and an explicit “no verified pathway” badge.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Prompt injection is treated as data: delimited input, schema-validated output, vocabulary enforced.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THE SIGNAL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Updatable, dated, and honest about what it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Source: Arbeitnow public job board — 300 postings from the last 30 days, refreshed on demand.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Method: tokenised skill matching over full descriptions (naive substring matching inflated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supply-chain demand from 21% to 45% — we found that by measuring, and fixed it).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Measured today:  AI Operations 54%   ·   Operations Research 35%   ·   Supply Chain 21%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Every figure carries its source URL, fetch timestamp, window and sample size.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The interface states that this measures the direction of demand in a global board 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F3A37"/>
                </a:solidFill>
                <a:latin typeface="Arial"/>
              </a:rPr>
              <a:t>not Malaysian vacancy counts.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SDG IMPACT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Baseline, KPI, and a target we can be held 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Targets: 4.4.1 relevant skills · 4.3.1 lifelong learning access · 8.5.2 employment · 8.2.1 productivity.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Baseline: 56% of Malaysian professionals use AI; 26% trained. 600,000+ need reskilling.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Prototype today: 6 curated signals but only 1 updatable trend source; recommendations sourced ~60%.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KPI: % of role, skill and course recommendations carrying a verifiable source and date;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median time from profile start to a ranked pathway; number of independent trend sources.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Phase 2 target: 100% sourced and dated · median time-to-plan under 5 minutes ·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two independent trend sources, one Malaysian.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FEASIBILITY, AND THE RISK WE NAME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Hardest risk: the model inventing a job or a course.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Mitigation: closed catalogue, server-side ID validation, bounded fit, visible disagreement,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and an exploratory tier that cites an occupational reference or drops the suggestion.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Second risk: a global tech-oriented feed ≠ Malaysian vacancies — stated in the UI, Phase 2 fix.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Third: five roles cannot cover every occupation — the exploratory tier and 916-occupation search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make that limit visible instead of pretending otherwise.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Stack: React 19 · Vite · Tailwind · Express 5 · Zod · OpenAPI + Orval · DeepSeek · Replit · O*NET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Live: aura-workforce.replit.app      Repo: github.com/adamnaemman/sdc-hackathon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5B6B67"/>
                </a:solidFill>
                <a:latin typeface="Arial"/>
              </a:rPr>
              <a:t>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05840" cy="45720"/>
          </a:xfrm>
          <a:prstGeom prst="rect">
            <a:avLst/>
          </a:prstGeom>
          <a:solidFill>
            <a:srgbClr val="D98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F3A37"/>
                </a:solidFill>
                <a:latin typeface="Arial"/>
              </a:rPr>
              <a:t>Phase 2: breadth, Malayan context, and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A Malaysian trend source (DOSM / local job postings) so the ranking reflects local demand.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Semantic skill matching with embeddings — lexical matching is the weakest part of the engine.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A counsellor view: cohort-level gaps, and plans that can be reviewed together.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Saved plans with explicit consent, one-click deletion, and no CV storage.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Self-hosted model on RunPod GPU, using the sponsor credit; the client is already OpenAI-compatible.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F3A37"/>
                </a:solidFill>
                <a:latin typeface="Arial"/>
              </a:rPr>
              <a:t>Team overinfinity · Ahmad Adam Hakimi bin Naeman · IIUM · SDC 2026 Domain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